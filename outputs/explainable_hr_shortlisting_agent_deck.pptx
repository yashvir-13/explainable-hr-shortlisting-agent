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01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Manual screening creates fatigue, inconsistency, and bias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Hundreds of applicants per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Scorecards vary by reviewer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Audit trail is often thin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A transparent agent ranks candidates while keeping HR in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JD and profile parsing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Five-dimension rubric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Override reason captured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AGENT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A bounded LangGraph pipeline makes the workflow explainable.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Load and sanitize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Parse JD and profiles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Score, rank,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Groq reasoning is optional; deterministic fallback keeps demos reliable.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Groq JSON mode for structured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Pydantic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HTML and JSON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Every candidate receives the same weighted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Skills Match: 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Experience Relevance: 25%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Education &amp; Certs: 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389120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79392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Project / Portfolio: 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901184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91456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Communication Quality: 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The prototype treats resumes as untrusted and sensitive inputs.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Prompt-injection cleanup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PII masking before cloud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.env-based secrets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389120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79392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Human review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The agent recommends; HR decides.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Dimension-level justifications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Required reason for overrides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Append-only audit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DEMO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The sample batch validates strong, partial, adjacent, and weak matches.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Five sample LinkedIn JSON profiles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Senior AI HR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Generated shortlist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09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The best-fit candidate rises because the evidence aligns with the JD.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Isha: hire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Rahul and Neha: 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Omar and Vikram: no-hire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B6675"/>
                </a:solidFill>
              </a:rPr>
              <a:t>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677FF"/>
                </a:solidFill>
              </a:rPr>
              <a:t>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7202A"/>
                </a:solidFill>
              </a:rPr>
              <a:t>Structured outputs and scoped automation make the system easier to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852928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Start with schemas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364992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Cache and trace during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877056"/>
            <a:ext cx="82296" cy="82296"/>
          </a:xfrm>
          <a:prstGeom prst="rect">
            <a:avLst/>
          </a:prstGeom>
          <a:solidFill>
            <a:srgbClr val="1677FF"/>
          </a:solidFill>
          <a:ln>
            <a:solidFill>
              <a:srgbClr val="16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7202A"/>
                </a:solidFill>
              </a:rPr>
              <a:t>Keep humans in the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05840"/>
            <a:ext cx="2788920" cy="4892040"/>
          </a:xfrm>
          <a:prstGeom prst="rect">
            <a:avLst/>
          </a:prstGeom>
          <a:solidFill>
            <a:srgbClr val="EBF1F7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1732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B6675"/>
                </a:solidFill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993392"/>
            <a:ext cx="2103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202A"/>
                </a:solidFill>
              </a:rPr>
              <a:t>Explainable scoring with audit-ready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160520"/>
            <a:ext cx="2057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677FF"/>
                </a:solidFill>
              </a:rPr>
              <a:t>LangGraph + Groq + 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550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B6675"/>
                </a:solidFill>
              </a:rPr>
              <a:t>Explainable HR Shortlisting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